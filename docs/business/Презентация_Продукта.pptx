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 управления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интернет-магазином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Telegram-боты + Google Sheets + AI-менеджер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0"/>
            <a:ext cx="2286000" cy="54864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управления продажами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приём заказов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отвечает на звонки и сообщения 24/7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в тетрадке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 остатках, потерянные заказы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автоматизации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заказ — ручная работа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аналитики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понятно, кто клиенты и что покупают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Telegram-бота для полного цикла управления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393192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🛒 Shop Bot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покупателей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с фото товаров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и оформление заказа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AI-менеджер (GPT-4)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CDEK доставки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PDF-счета автоматически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👔 Owner Bot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владельца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 товаров одним сообщением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поиск по складу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и корректировка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и воронка продаж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системы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системы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64592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188720"/>
            <a:ext cx="2743200" cy="731520"/>
          </a:xfrm>
          <a:prstGeom prst="rect">
            <a:avLst/>
          </a:prstGeom>
          <a:solidFill>
            <a:srgbClr val="0F9D5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Google Sheets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137160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103120"/>
            <a:ext cx="137160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137160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137160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Shop Bot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@agrosna1b_bot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• Корзина • Заказы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017520"/>
            <a:ext cx="2560320" cy="14630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Owner Bot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@tophitboss_bot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 • Склад • CRM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017520"/>
            <a:ext cx="2560320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Сайт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• Deep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4709160"/>
            <a:ext cx="1828800" cy="36576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709160"/>
            <a:ext cx="1828800" cy="3657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CDEK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4709160"/>
            <a:ext cx="2194560" cy="365760"/>
          </a:xfrm>
          <a:prstGeom prst="rect">
            <a:avLst/>
          </a:prstGeom>
          <a:solidFill>
            <a:srgbClr val="5865F2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AI-менеджер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Естественно-языковой интерфейс на базе GPT-4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1554480"/>
            <a:ext cx="4572000" cy="45720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Что есть в наличии?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0" cy="832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438912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📦 В наличии: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Махорка СССР — 1000₽ (50 шт)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Махорка Золотая — 1000₽ (20 шт)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3072384"/>
            <a:ext cx="4572000" cy="45720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31181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Добавь 10 СССР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75304"/>
            <a:ext cx="4572000" cy="6309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21024"/>
            <a:ext cx="4389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✅ Добавил Махорка СССР × 10 шт!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оформить заказ?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4389120"/>
            <a:ext cx="4572000" cy="457200"/>
          </a:xfrm>
          <a:prstGeom prst="rect">
            <a:avLst/>
          </a:prstGeom>
          <a:solidFill>
            <a:srgbClr val="DCF8C6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Сколько всего?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4572000" cy="1033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937760"/>
            <a:ext cx="43891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🧺 В корзине: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Махорка СССР × 10 = 10 000₽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Итого: 10 000₽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и воронка продаж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74B9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Новый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1783080"/>
            <a:ext cx="6858000" cy="502920"/>
          </a:xfrm>
          <a:prstGeom prst="rect">
            <a:avLst/>
          </a:prstGeom>
          <a:solidFill>
            <a:srgbClr val="81ECE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Смотрел каталог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2377440"/>
            <a:ext cx="5486400" cy="502920"/>
          </a:xfrm>
          <a:prstGeom prst="rect">
            <a:avLst/>
          </a:prstGeom>
          <a:solidFill>
            <a:srgbClr val="55EFC4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377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Добавил в корзину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2971800"/>
            <a:ext cx="4114800" cy="502920"/>
          </a:xfrm>
          <a:prstGeom prst="rect">
            <a:avLst/>
          </a:prstGeom>
          <a:solidFill>
            <a:srgbClr val="FFEAA7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Оформляет заказ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566160"/>
            <a:ext cx="2743200" cy="50292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Покупатель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4160520"/>
            <a:ext cx="1828800" cy="50292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Повторный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отслеживание каждого клиента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Автоматизация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46304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3200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188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оформляет заказ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6400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таблицу "Заказы"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80160" y="2103120"/>
            <a:ext cx="3200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Отправляется PDF-счёт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3657600" cy="6400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списание со склада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80160" y="3017520"/>
            <a:ext cx="3200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Обновляется остаток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017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029200" y="3017520"/>
            <a:ext cx="3657600" cy="6400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в реальном времени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280160" y="3931920"/>
            <a:ext cx="3200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 товара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029200" y="3931920"/>
            <a:ext cx="3657600" cy="6400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931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каталога мгновенно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вы получаете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36576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времени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работает 24/7 без выходных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801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ошибок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учёт остатков и заказов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продаж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 для клиентов = больше заказов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4688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57784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естественную речь клиентов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57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28016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аналитика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с воронкой и историей клиентов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Статус функций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645920" cy="36576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 с фото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Корзина / Оформление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AI-менеджер (GPT-4)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🚧 Планируется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CDEK интеграция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счета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Приход товаров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Списание / Корректировка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и воронка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 фото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Работает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Готовы к внедрению?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настройки за 1 день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291840"/>
            <a:ext cx="2926080" cy="5486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91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@agrosna1b_bot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3291840"/>
            <a:ext cx="2926080" cy="5486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3291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@tophitboss_bot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Система управления магазином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управления магазином - Telegram-боты</dc:title>
  <dc:subject>PptxGenJS Presentation</dc:subject>
  <dc:creator>Product Manager</dc:creator>
  <cp:lastModifiedBy>Product Manager</cp:lastModifiedBy>
  <cp:revision>1</cp:revision>
  <dcterms:created xsi:type="dcterms:W3CDTF">2026-01-31T12:59:35Z</dcterms:created>
  <dcterms:modified xsi:type="dcterms:W3CDTF">2026-01-31T12:59:35Z</dcterms:modified>
</cp:coreProperties>
</file>